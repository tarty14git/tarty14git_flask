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com.cth Enterprise Reporting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Configurable Flask Application with Oracle/Postgres/SQL Server Support</a:t>
            </a:r>
          </a:p>
          <a:p>
            <a:r>
              <a:t>Walkthrough &amp;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Multi-Database Engine Support: Oracle, PostgreSQL, SQL Server, SQLite</a:t>
            </a:r>
          </a:p>
          <a:p>
            <a:r>
              <a:t>Configurable Authentication: Toggle LDAP/Active Directory or Local Auth</a:t>
            </a:r>
          </a:p>
          <a:p>
            <a:r>
              <a:t>User Maintenance: Account Lock/Unlock, Password Expiration &amp; Reset</a:t>
            </a:r>
          </a:p>
          <a:p>
            <a:r>
              <a:t>2FA Mechanism: Email/SMS OTP togglable for demo/production</a:t>
            </a:r>
          </a:p>
          <a:p>
            <a:r>
              <a:t>Dynamic Report Builder: Inspect DB metadata, query fields, export Excel/CSV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Realtime Dashboard &amp; Cross-Platform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Realtime Dashboard: Live Chart.js response time polling and active workflow logs</a:t>
            </a:r>
          </a:p>
          <a:p>
            <a:r>
              <a:t>Windows Execution: build.bat, start.bat, stop.bat using Waitress</a:t>
            </a:r>
          </a:p>
          <a:p>
            <a:r>
              <a:t>Linux Execution: start.sh, stop.sh using Gunicorn</a:t>
            </a:r>
          </a:p>
          <a:p>
            <a:r>
              <a:t>Containerization &amp; K8s: Dockerfile, docker-compose.yml, and Kubernetes manifests</a:t>
            </a:r>
          </a:p>
          <a:p>
            <a:r>
              <a:t>Swagger UI &amp; Java com.cth JUnit test suite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